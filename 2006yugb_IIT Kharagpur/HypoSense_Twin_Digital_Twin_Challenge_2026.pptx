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94660"/>
  </p:normalViewPr>
  <p:slideViewPr>
    <p:cSldViewPr snapToGrid="0">
      <p:cViewPr>
        <p:scale>
          <a:sx n="82" d="100"/>
          <a:sy n="82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44F8D-4CAE-A7CE-E89B-4806CEFCD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1D203-AE45-FEC8-5471-AA583D772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C292C-62BB-03DC-5762-B83AED41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03DBA-A86B-4C5E-A323-E5E8A6CCD13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7AD7A-B06F-DF58-13D4-1AD3ABFCB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D6B9F-7B77-8486-D876-6D9C52002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90738-C213-4D65-A38B-F81E839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01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C28D-6F9C-4F23-AB8C-B43DCFC0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FF058-9EA1-47A9-0527-51B810275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AAFBD-0C93-CD32-B2FB-B9F5A6B3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03DBA-A86B-4C5E-A323-E5E8A6CCD13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4CBDC-00B0-C268-BD29-47237645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D253A-3351-1C37-14A9-5CCA7EF23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90738-C213-4D65-A38B-F81E839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7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02632-2F7D-C62D-C96C-1EA6DA35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42A28-E91B-7556-5871-533088099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F093F-F053-D9A8-AA9B-2EEA5888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03DBA-A86B-4C5E-A323-E5E8A6CCD13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E595F-6138-050D-76D1-ED053CCB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B4763-CEC4-F6B0-069F-37D4A0C02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90738-C213-4D65-A38B-F81E839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39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86F0A-D0E9-6077-FC9F-587FE47E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7CF28-5C93-2AA1-F1CF-EA85ED566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1DDC2-4492-6395-84DC-8FDF4858D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DE48D-F91F-8F16-99E6-49751F351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03DBA-A86B-4C5E-A323-E5E8A6CCD13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C223B-19CE-3472-6EB5-BD1615D14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77F0B-1FDF-4DCF-4543-E75E09AB2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90738-C213-4D65-A38B-F81E839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9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5A1B0-14D9-904B-05FA-2AE047890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358D2-3544-DA59-1711-8038A4429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EF705-9A7A-DA67-1042-B273F5323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32A69-D4BE-7569-8A08-8A4DE0C94B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4C8DF-E52D-6E79-EF39-93BC7D6D30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8DD00E-7FCC-F139-0BB0-C23260BC0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03DBA-A86B-4C5E-A323-E5E8A6CCD13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CC277B-4994-A769-C4C4-858F9C7FB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A2B245-7EEA-A029-E735-D57C1BE4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90738-C213-4D65-A38B-F81E839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26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87B1-0DE6-1999-86D1-FF274ADC6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FAE082-9194-5D78-1E4F-B5406B1D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03DBA-A86B-4C5E-A323-E5E8A6CCD13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A2D5B7-107B-D869-3EA5-28D5C7CFA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EA0F7-8E4A-C62A-18E6-3B87DFAD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90738-C213-4D65-A38B-F81E839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53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555A6D-694D-0975-7530-B2D4E4775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03DBA-A86B-4C5E-A323-E5E8A6CCD13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E2D00B-2F89-2D38-513E-160F4AB5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20A9F-838F-7CAD-AE9A-400F7E0FE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90738-C213-4D65-A38B-F81E839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92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D2118-B504-CE66-0199-97091A69D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0CE72-2D3F-AC02-9ADA-19BA8BB5F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10E63-21C4-FD76-5CCE-0235C9A37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32601-5D21-863A-700D-2C1C15A8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03DBA-A86B-4C5E-A323-E5E8A6CCD13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D9FAE-F162-2229-125F-EE546A5F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706CB-4314-6189-4C4C-0993F0091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90738-C213-4D65-A38B-F81E839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77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E6D8-BEF8-2D2A-A940-4CA7C7211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C31296-7414-A8BD-B18E-59D5C0E52C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AB0DF-27B0-3E39-CB75-55E8B2B52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D6210-CF3C-609A-C32C-C11BDED35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03DBA-A86B-4C5E-A323-E5E8A6CCD13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09FB0-6985-9C1B-85A2-462353B15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84E20-AC5C-A937-3AE1-EE850554B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90738-C213-4D65-A38B-F81E839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1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6801-6F36-ECDF-8697-00D2641A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D7C4E-1F5C-8157-34D2-8C3DA9FAC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2281C-C90B-1917-1D04-CCE7FB28D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03DBA-A86B-4C5E-A323-E5E8A6CCD13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2D8DC-19DD-6178-C1DE-81888C89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0A86B-961C-EF26-DC99-88559E027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90738-C213-4D65-A38B-F81E839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6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C94453-D5D3-CCDA-A03E-F1E165384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25153-2187-F287-03E5-F2FA7901C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46A9-3AFE-D73E-24F4-62254693C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03DBA-A86B-4C5E-A323-E5E8A6CCD13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DCA7A-23BE-AE4F-AE98-CCB6AE72D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67BB6-C074-F83F-B82C-8D31A6B3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90738-C213-4D65-A38B-F81E839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64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0657C-F0EC-EEFB-63ED-0E9E9DDA5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3BAC8-7034-B77A-D43F-456EEF32A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C0336-125C-C5D1-D724-669323555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03DBA-A86B-4C5E-A323-E5E8A6CCD13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098FF-8D02-1804-C2EC-2602C416E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B968A-8BF3-E2F6-88D9-9B9130B7E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90738-C213-4D65-A38B-F81E839D3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9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B8E4-594C-1D4A-9C17-D5D2BA25B6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F58BE-6EFA-033B-9DD8-B5E76BDAC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4AE7F-9C15-BB5E-BE8C-19B3371F2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783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48823-231A-6B54-40E0-BFD5CC95B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8FE7F2-74E8-4E55-626E-C276B8B31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354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A31E7-E99A-397E-4339-A6841133B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51CDF4-6FD2-D0FB-6445-2BACC37152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86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DD428-A38F-631A-760C-4CDD0FF4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F9023B-A6D5-97C3-4933-41E99DB63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99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6166-EA9F-A296-162D-BEBB6AD2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31B494-D2A0-E842-B976-0F7578932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20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2920D-E469-79A7-E4EA-9CADE72A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A0569D-E40F-171F-8AD3-6224069D91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18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45CBB-B7E3-BE86-EE3D-473D8EE3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41D48E-25AC-DF5C-048A-451EB5BAF9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62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3DC6F-B4BA-3016-AA96-195C778E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B1A746-A29E-DF97-ADB1-3C7EEECBFB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79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834A-6F63-EE39-1513-AFBCB237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556438-825F-6459-F45E-03B1748CE8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92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9C127-FF86-55C0-1925-71E6F4433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68E4AB-D60E-2B80-DF66-6D5F916FC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7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2DEB-060C-3AF2-4C70-490BB5B8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214F0E-11E5-9F6D-77B7-18AFBBA39D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08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96A9-C763-ABAF-EF70-F2DB4BB29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CD4E01A-498D-8C20-D614-CFE7ECA69B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86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9D632-990E-9E92-D757-C5A37C4AD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16709A-87AF-7DDA-B55D-3A22D4AA7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25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0CD2E-EFA7-D574-2F88-A5B8B7F21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F89901-AEC0-9A9D-0E0A-3DA7586E1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5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Smriti Tubid</dc:creator>
  <cp:lastModifiedBy>Smriti Tubid</cp:lastModifiedBy>
  <cp:revision>1</cp:revision>
  <dcterms:created xsi:type="dcterms:W3CDTF">2026-10-22T16:51:43Z</dcterms:created>
  <dcterms:modified xsi:type="dcterms:W3CDTF">2026-10-22T16:51:50Z</dcterms:modified>
</cp:coreProperties>
</file>